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embeddedFontLst>
    <p:embeddedFont>
      <p:font typeface="Raleway"/>
      <p:regular r:id="rId8"/>
      <p:bold r:id="rId9"/>
      <p:italic r:id="rId10"/>
      <p:boldItalic r:id="rId11"/>
    </p:embeddedFont>
    <p:embeddedFont>
      <p:font typeface="Lato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aleway-boldItalic.fntdata"/><Relationship Id="rId10" Type="http://schemas.openxmlformats.org/officeDocument/2006/relationships/font" Target="fonts/Raleway-italic.fntdata"/><Relationship Id="rId13" Type="http://schemas.openxmlformats.org/officeDocument/2006/relationships/font" Target="fonts/Lato-bold.fntdata"/><Relationship Id="rId12" Type="http://schemas.openxmlformats.org/officeDocument/2006/relationships/font" Target="fonts/Lat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Raleway-bold.fntdata"/><Relationship Id="rId15" Type="http://schemas.openxmlformats.org/officeDocument/2006/relationships/font" Target="fonts/Lato-boldItalic.fntdata"/><Relationship Id="rId14" Type="http://schemas.openxmlformats.org/officeDocument/2006/relationships/font" Target="fonts/La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font" Target="fonts/Raleway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b28055e79b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b28055e79b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531" y="1310151"/>
            <a:ext cx="7774800" cy="4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3640">
                <a:latin typeface="Arial"/>
                <a:ea typeface="Arial"/>
                <a:cs typeface="Arial"/>
                <a:sym typeface="Arial"/>
              </a:rPr>
              <a:t>The Art of Creating Great presentation</a:t>
            </a:r>
            <a:endParaRPr sz="364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80701" y="2684450"/>
            <a:ext cx="6009000" cy="80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How to inform, engage, persuade with clarity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431100" y="4962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What makes great presentation?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4"/>
          <p:cNvSpPr txBox="1"/>
          <p:nvPr>
            <p:ph idx="1" type="body"/>
          </p:nvPr>
        </p:nvSpPr>
        <p:spPr>
          <a:xfrm>
            <a:off x="422569" y="1360659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spcBef>
                <a:spcPts val="1800"/>
              </a:spcBef>
              <a:spcAft>
                <a:spcPts val="0"/>
              </a:spcAft>
              <a:buSzPts val="1700"/>
              <a:buFont typeface="Roboto"/>
              <a:buChar char="●"/>
            </a:pPr>
            <a:r>
              <a:rPr b="1" lang="en-GB" sz="1700">
                <a:latin typeface="Arial"/>
                <a:ea typeface="Arial"/>
                <a:cs typeface="Arial"/>
                <a:sym typeface="Arial"/>
              </a:rPr>
              <a:t>Clear Structure: </a:t>
            </a:r>
            <a:r>
              <a:rPr lang="en-GB" sz="1700">
                <a:latin typeface="Arial"/>
                <a:ea typeface="Arial"/>
                <a:cs typeface="Arial"/>
                <a:sym typeface="Arial"/>
              </a:rPr>
              <a:t>Audience</a:t>
            </a:r>
            <a:r>
              <a:rPr b="1" lang="en-GB" sz="17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1700">
                <a:latin typeface="Arial"/>
                <a:ea typeface="Arial"/>
                <a:cs typeface="Arial"/>
                <a:sym typeface="Arial"/>
              </a:rPr>
              <a:t>retain 40% more when content well organized</a:t>
            </a:r>
            <a:r>
              <a:rPr b="1" lang="en-GB" sz="1700">
                <a:latin typeface="Arial"/>
                <a:ea typeface="Arial"/>
                <a:cs typeface="Arial"/>
                <a:sym typeface="Arial"/>
              </a:rPr>
              <a:t> </a:t>
            </a:r>
            <a:endParaRPr b="1" sz="1700"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Roboto"/>
              <a:buChar char="●"/>
            </a:pPr>
            <a:r>
              <a:rPr b="1" lang="en-GB" sz="1700">
                <a:latin typeface="Arial"/>
                <a:ea typeface="Arial"/>
                <a:cs typeface="Arial"/>
                <a:sym typeface="Arial"/>
              </a:rPr>
              <a:t>Simple enough: </a:t>
            </a:r>
            <a:r>
              <a:rPr lang="en-GB" sz="1700">
                <a:latin typeface="Arial"/>
                <a:ea typeface="Arial"/>
                <a:cs typeface="Arial"/>
                <a:sym typeface="Arial"/>
              </a:rPr>
              <a:t>Make the presentation simple and clear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Roboto"/>
              <a:buChar char="●"/>
            </a:pPr>
            <a:r>
              <a:rPr b="1" lang="en-GB" sz="1700">
                <a:latin typeface="Arial"/>
                <a:ea typeface="Arial"/>
                <a:cs typeface="Arial"/>
                <a:sym typeface="Arial"/>
              </a:rPr>
              <a:t>Audience Focus: </a:t>
            </a:r>
            <a:r>
              <a:rPr lang="en-GB" sz="1700">
                <a:latin typeface="Arial"/>
                <a:ea typeface="Arial"/>
                <a:cs typeface="Arial"/>
                <a:sym typeface="Arial"/>
              </a:rPr>
              <a:t>Tailored talks see 2x higher engagement than generic one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4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