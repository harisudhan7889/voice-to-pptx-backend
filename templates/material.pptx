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9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28055e79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28055e79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755775" y="922913"/>
            <a:ext cx="4255500" cy="18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The Art of Creating Great presentation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802198" y="2906250"/>
            <a:ext cx="4580100" cy="8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How to inform, engage, persuade with clarity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What makes great presentation?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1303800" y="17085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Clear Structure: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Audience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retain 40% more when content well organized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 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Simple enough: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Make the presentation simple and clear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Audience Focus: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Tailored talks see 2x higher engagement than generic one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