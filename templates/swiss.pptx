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4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422892" y="21195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360950" y="575950"/>
            <a:ext cx="6259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317950" y="1211350"/>
            <a:ext cx="65313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