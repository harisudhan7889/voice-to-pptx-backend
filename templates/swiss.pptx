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</p:sldIdLst>
  <p:sldSz cy="5143500" cx="9144000"/>
  <p:notesSz cx="6858000" cy="9144000"/>
  <p:embeddedFontLst>
    <p:embeddedFont>
      <p:font typeface="Raleway"/>
      <p:regular r:id="rId8"/>
      <p:bold r:id="rId9"/>
      <p:italic r:id="rId10"/>
      <p:boldItalic r:id="rId11"/>
    </p:embeddedFont>
    <p:embeddedFont>
      <p:font typeface="Lato"/>
      <p:regular r:id="rId12"/>
      <p:bold r:id="rId13"/>
      <p:italic r:id="rId14"/>
      <p:boldItalic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Raleway-boldItalic.fntdata"/><Relationship Id="rId10" Type="http://schemas.openxmlformats.org/officeDocument/2006/relationships/font" Target="fonts/Raleway-italic.fntdata"/><Relationship Id="rId13" Type="http://schemas.openxmlformats.org/officeDocument/2006/relationships/font" Target="fonts/Lato-bold.fntdata"/><Relationship Id="rId12" Type="http://schemas.openxmlformats.org/officeDocument/2006/relationships/font" Target="fonts/Lato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Raleway-bold.fntdata"/><Relationship Id="rId15" Type="http://schemas.openxmlformats.org/officeDocument/2006/relationships/font" Target="fonts/Lato-boldItalic.fntdata"/><Relationship Id="rId14" Type="http://schemas.openxmlformats.org/officeDocument/2006/relationships/font" Target="fonts/Lat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font" Target="fonts/Raleway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b28055e79b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b28055e79b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" name="Google Shape;11;p2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" name="Google Shape;12;p2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" name="Google Shape;13;p2"/>
          <p:cNvSpPr txBox="1"/>
          <p:nvPr>
            <p:ph type="ctrTitle"/>
          </p:nvPr>
        </p:nvSpPr>
        <p:spPr>
          <a:xfrm>
            <a:off x="2371725" y="630225"/>
            <a:ext cx="6331500" cy="154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2390267" y="3238450"/>
            <a:ext cx="6331500" cy="1241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17;p3"/>
          <p:cNvCxnSpPr/>
          <p:nvPr/>
        </p:nvCxnSpPr>
        <p:spPr>
          <a:xfrm>
            <a:off x="425200" y="415650"/>
            <a:ext cx="8296800" cy="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" name="Google Shape;18;p3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" name="Google Shape;19;p3"/>
          <p:cNvSpPr txBox="1"/>
          <p:nvPr>
            <p:ph type="title"/>
          </p:nvPr>
        </p:nvSpPr>
        <p:spPr>
          <a:xfrm>
            <a:off x="406425" y="1806825"/>
            <a:ext cx="8296800" cy="154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4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" name="Google Shape;23;p4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" name="Google Shape;24;p4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" name="Google Shape;25;p4"/>
          <p:cNvSpPr txBox="1"/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" type="body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Google Shape;29;p5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" name="Google Shape;30;p5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" name="Google Shape;31;p5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" name="Google Shape;32;p5"/>
          <p:cNvSpPr txBox="1"/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" type="body"/>
          </p:nvPr>
        </p:nvSpPr>
        <p:spPr>
          <a:xfrm>
            <a:off x="2400303" y="1602675"/>
            <a:ext cx="30714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5"/>
          <p:cNvSpPr txBox="1"/>
          <p:nvPr>
            <p:ph idx="2" type="body"/>
          </p:nvPr>
        </p:nvSpPr>
        <p:spPr>
          <a:xfrm>
            <a:off x="5650572" y="1602675"/>
            <a:ext cx="30714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5" name="Google Shape;35;p5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/>
          <p:nvPr>
            <p:ph type="title"/>
          </p:nvPr>
        </p:nvSpPr>
        <p:spPr>
          <a:xfrm>
            <a:off x="303300" y="411575"/>
            <a:ext cx="8520600" cy="63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Google Shape;40;p7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7"/>
          <p:cNvSpPr txBox="1"/>
          <p:nvPr>
            <p:ph type="title"/>
          </p:nvPr>
        </p:nvSpPr>
        <p:spPr>
          <a:xfrm>
            <a:off x="319500" y="936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319500" y="1846804"/>
            <a:ext cx="2808000" cy="280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3" name="Google Shape;43;p7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" name="Google Shape;45;p8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" name="Google Shape;46;p8"/>
          <p:cNvSpPr txBox="1"/>
          <p:nvPr>
            <p:ph type="title"/>
          </p:nvPr>
        </p:nvSpPr>
        <p:spPr>
          <a:xfrm>
            <a:off x="283103" y="712141"/>
            <a:ext cx="6244200" cy="3835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8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4572000" y="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50" name="Google Shape;5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" name="Google Shape;51;p9"/>
          <p:cNvSpPr txBox="1"/>
          <p:nvPr>
            <p:ph type="title"/>
          </p:nvPr>
        </p:nvSpPr>
        <p:spPr>
          <a:xfrm>
            <a:off x="265500" y="1397350"/>
            <a:ext cx="4045200" cy="1318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2" name="Google Shape;52;p9"/>
          <p:cNvSpPr txBox="1"/>
          <p:nvPr>
            <p:ph idx="1" type="subTitle"/>
          </p:nvPr>
        </p:nvSpPr>
        <p:spPr>
          <a:xfrm>
            <a:off x="265500" y="273537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4" name="Google Shape;54;p9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Google Shape;56;p10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" name="Google Shape;57;p10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" name="Google Shape;58;p10"/>
          <p:cNvSpPr txBox="1"/>
          <p:nvPr>
            <p:ph idx="1" type="body"/>
          </p:nvPr>
        </p:nvSpPr>
        <p:spPr>
          <a:xfrm>
            <a:off x="328017" y="4226025"/>
            <a:ext cx="83886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9" name="Google Shape;59;p10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1" name="Google Shape;61;p11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" name="Google Shape;62;p11"/>
          <p:cNvCxnSpPr/>
          <p:nvPr/>
        </p:nvCxnSpPr>
        <p:spPr>
          <a:xfrm>
            <a:off x="425200" y="415650"/>
            <a:ext cx="82968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" name="Google Shape;63;p11"/>
          <p:cNvSpPr txBox="1"/>
          <p:nvPr>
            <p:ph hasCustomPrompt="1" type="title"/>
          </p:nvPr>
        </p:nvSpPr>
        <p:spPr>
          <a:xfrm>
            <a:off x="853950" y="1304850"/>
            <a:ext cx="74361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853950" y="2919450"/>
            <a:ext cx="74361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5" name="Google Shape;65;p11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2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wiss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b="1" sz="30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3"/>
          <p:cNvSpPr txBox="1"/>
          <p:nvPr>
            <p:ph type="ctrTitle"/>
          </p:nvPr>
        </p:nvSpPr>
        <p:spPr>
          <a:xfrm>
            <a:off x="2371725" y="630225"/>
            <a:ext cx="6331500" cy="154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Arial"/>
                <a:ea typeface="Arial"/>
                <a:cs typeface="Arial"/>
                <a:sym typeface="Arial"/>
              </a:rPr>
              <a:t>The Art of Creating Great presentation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13"/>
          <p:cNvSpPr txBox="1"/>
          <p:nvPr>
            <p:ph idx="1" type="subTitle"/>
          </p:nvPr>
        </p:nvSpPr>
        <p:spPr>
          <a:xfrm>
            <a:off x="2422892" y="1950900"/>
            <a:ext cx="6331500" cy="1241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Arial"/>
                <a:ea typeface="Arial"/>
                <a:cs typeface="Arial"/>
                <a:sym typeface="Arial"/>
              </a:rPr>
              <a:t>How to inform, engage, persuade with clarity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13"/>
          <p:cNvSpPr txBox="1"/>
          <p:nvPr/>
        </p:nvSpPr>
        <p:spPr>
          <a:xfrm>
            <a:off x="6093100" y="3957875"/>
            <a:ext cx="26613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chemeClr val="lt1"/>
                </a:solidFill>
              </a:rPr>
              <a:t>Your Name</a:t>
            </a:r>
            <a:endParaRPr sz="1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/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Arial"/>
                <a:ea typeface="Arial"/>
                <a:cs typeface="Arial"/>
                <a:sym typeface="Arial"/>
              </a:rPr>
              <a:t>What makes great presentation?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4"/>
          <p:cNvSpPr txBox="1"/>
          <p:nvPr>
            <p:ph idx="1" type="body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1800"/>
              </a:spcBef>
              <a:spcAft>
                <a:spcPts val="0"/>
              </a:spcAft>
              <a:buSzPts val="1700"/>
              <a:buFont typeface="Roboto"/>
              <a:buChar char="●"/>
            </a:pPr>
            <a:r>
              <a:rPr b="1" lang="en-GB" sz="1700">
                <a:latin typeface="Arial"/>
                <a:ea typeface="Arial"/>
                <a:cs typeface="Arial"/>
                <a:sym typeface="Arial"/>
              </a:rPr>
              <a:t>Clear Structure: </a:t>
            </a:r>
            <a:r>
              <a:rPr lang="en-GB" sz="1700">
                <a:latin typeface="Arial"/>
                <a:ea typeface="Arial"/>
                <a:cs typeface="Arial"/>
                <a:sym typeface="Arial"/>
              </a:rPr>
              <a:t>Audience</a:t>
            </a:r>
            <a:r>
              <a:rPr b="1" lang="en-GB" sz="170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700">
                <a:latin typeface="Arial"/>
                <a:ea typeface="Arial"/>
                <a:cs typeface="Arial"/>
                <a:sym typeface="Arial"/>
              </a:rPr>
              <a:t>retain 40% more when content well organized</a:t>
            </a:r>
            <a:r>
              <a:rPr b="1" lang="en-GB" sz="1700">
                <a:latin typeface="Arial"/>
                <a:ea typeface="Arial"/>
                <a:cs typeface="Arial"/>
                <a:sym typeface="Arial"/>
              </a:rPr>
              <a:t> </a:t>
            </a:r>
            <a:endParaRPr b="1"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Font typeface="Roboto"/>
              <a:buChar char="●"/>
            </a:pPr>
            <a:r>
              <a:rPr b="1" lang="en-GB" sz="1700">
                <a:latin typeface="Arial"/>
                <a:ea typeface="Arial"/>
                <a:cs typeface="Arial"/>
                <a:sym typeface="Arial"/>
              </a:rPr>
              <a:t>Simple enough: </a:t>
            </a:r>
            <a:r>
              <a:rPr lang="en-GB" sz="1700">
                <a:latin typeface="Arial"/>
                <a:ea typeface="Arial"/>
                <a:cs typeface="Arial"/>
                <a:sym typeface="Arial"/>
              </a:rPr>
              <a:t>Make the presentation simple and clear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Font typeface="Roboto"/>
              <a:buChar char="●"/>
            </a:pPr>
            <a:r>
              <a:rPr b="1" lang="en-GB" sz="1700">
                <a:latin typeface="Arial"/>
                <a:ea typeface="Arial"/>
                <a:cs typeface="Arial"/>
                <a:sym typeface="Arial"/>
              </a:rPr>
              <a:t>Audience Focus: </a:t>
            </a:r>
            <a:r>
              <a:rPr lang="en-GB" sz="1700">
                <a:latin typeface="Arial"/>
                <a:ea typeface="Arial"/>
                <a:cs typeface="Arial"/>
                <a:sym typeface="Arial"/>
              </a:rPr>
              <a:t>Tailored talks see 2x higher engagement than generic one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4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wiss">
  <a:themeElements>
    <a:clrScheme name="Swiss">
      <a:dk1>
        <a:srgbClr val="F46524"/>
      </a:dk1>
      <a:lt1>
        <a:srgbClr val="FFFFFF"/>
      </a:lt1>
      <a:dk2>
        <a:srgbClr val="000000"/>
      </a:dk2>
      <a:lt2>
        <a:srgbClr val="757575"/>
      </a:lt2>
      <a:accent1>
        <a:srgbClr val="01579B"/>
      </a:accent1>
      <a:accent2>
        <a:srgbClr val="27C7BD"/>
      </a:accent2>
      <a:accent3>
        <a:srgbClr val="0099E8"/>
      </a:accent3>
      <a:accent4>
        <a:srgbClr val="51B9A3"/>
      </a:accent4>
      <a:accent5>
        <a:srgbClr val="FB8C00"/>
      </a:accent5>
      <a:accent6>
        <a:srgbClr val="FFAE88"/>
      </a:accent6>
      <a:hlink>
        <a:srgbClr val="0277BD"/>
      </a:hlink>
      <a:folHlink>
        <a:srgbClr val="0277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