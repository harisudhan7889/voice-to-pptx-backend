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Average"/>
      <p:regular r:id="rId8"/>
    </p:embeddedFont>
    <p:embeddedFont>
      <p:font typeface="Oswald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swald-bold.fntdata"/><Relationship Id="rId9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verag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28055e7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28055e7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738700" y="590275"/>
            <a:ext cx="7902000" cy="18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 sz="4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281948" y="3255975"/>
            <a:ext cx="45801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56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31099" y="1335069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