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ld Standard TT"/>
      <p:regular r:id="rId8"/>
      <p:bold r:id="rId9"/>
      <p: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ldStandardTT-italic.fntdata"/><Relationship Id="rId9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ldStandardT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28055e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28055e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67450" y="2888175"/>
            <a:ext cx="77748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40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 sz="36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67451" y="3776275"/>
            <a:ext cx="60090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31100" y="49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31099" y="1335069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