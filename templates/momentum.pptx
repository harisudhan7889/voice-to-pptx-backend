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Nunito"/>
      <p:regular r:id="rId8"/>
      <p:bold r:id="rId9"/>
      <p:italic r:id="rId10"/>
      <p:boldItalic r:id="rId11"/>
    </p:embeddedFont>
    <p:embeddedFont>
      <p:font typeface="Maven Pro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boldItalic.fntdata"/><Relationship Id="rId10" Type="http://schemas.openxmlformats.org/officeDocument/2006/relationships/font" Target="fonts/Nunito-italic.fntdata"/><Relationship Id="rId13" Type="http://schemas.openxmlformats.org/officeDocument/2006/relationships/font" Target="fonts/MavenPro-bold.fntdata"/><Relationship Id="rId12" Type="http://schemas.openxmlformats.org/officeDocument/2006/relationships/font" Target="fonts/MavenPr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Nuni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2"/>
              <a:chOff x="7343003" y="4453711"/>
              <a:chExt cx="316800" cy="688512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51" name="Google Shape;51;p3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3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" name="Google Shape;53;p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3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4"/>
          <p:cNvGrpSpPr/>
          <p:nvPr/>
        </p:nvGrpSpPr>
        <p:grpSpPr>
          <a:xfrm>
            <a:off x="146769" y="3406"/>
            <a:ext cx="1233214" cy="1384535"/>
            <a:chOff x="146769" y="3406"/>
            <a:chExt cx="1233214" cy="1384535"/>
          </a:xfrm>
        </p:grpSpPr>
        <p:grpSp>
          <p:nvGrpSpPr>
            <p:cNvPr id="58" name="Google Shape;58;p4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9" name="Google Shape;59;p4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" name="Google Shape;61;p4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62" name="Google Shape;62;p4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4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" name="Google Shape;65;p4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66" name="Google Shape;66;p4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4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4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0" name="Google Shape;70;p4"/>
          <p:cNvGrpSpPr/>
          <p:nvPr/>
        </p:nvGrpSpPr>
        <p:grpSpPr>
          <a:xfrm>
            <a:off x="6775084" y="2904008"/>
            <a:ext cx="2186147" cy="2239500"/>
            <a:chOff x="6775084" y="2904008"/>
            <a:chExt cx="2186147" cy="2239500"/>
          </a:xfrm>
        </p:grpSpPr>
        <p:grpSp>
          <p:nvGrpSpPr>
            <p:cNvPr id="71" name="Google Shape;71;p4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72" name="Google Shape;72;p4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4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4" name="Google Shape;74;p4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75" name="Google Shape;75;p4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4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4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" name="Google Shape;78;p4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9" name="Google Shape;79;p4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4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4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4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3" name="Google Shape;83;p4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84" name="Google Shape;84;p4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4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4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4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4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9" name="Google Shape;89;p4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255"/>
            <a:ext cx="2267380" cy="2601741"/>
            <a:chOff x="6790514" y="1255"/>
            <a:chExt cx="2267380" cy="2601741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536" y="1255"/>
              <a:ext cx="1990358" cy="1990303"/>
              <a:chOff x="7067536" y="1255"/>
              <a:chExt cx="1990358" cy="1990303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7"/>
              <a:ext cx="795000" cy="795000"/>
              <a:chOff x="8207126" y="1807997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156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755775" y="922913"/>
            <a:ext cx="42555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The Art of Creating Great presentation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02198" y="2906250"/>
            <a:ext cx="45801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How to inform, engage, persuade with clarity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What makes great presentation?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401350"/>
            <a:ext cx="7030500" cy="31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Clear Structure: 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Audience</a:t>
            </a: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retain 40% more when content well organized</a:t>
            </a: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 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Simple enough: 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Make the presentation simple and clear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Audience Focus: 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Tailored talks see 2x higher engagement than generic one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