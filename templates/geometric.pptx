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28055e7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28055e7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82300" y="1159048"/>
            <a:ext cx="7979400" cy="14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640">
                <a:latin typeface="Arial"/>
                <a:ea typeface="Arial"/>
                <a:cs typeface="Arial"/>
                <a:sym typeface="Arial"/>
              </a:rPr>
              <a:t>The Art of Creating Great presentation</a:t>
            </a:r>
            <a:endParaRPr sz="36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84543" y="2571750"/>
            <a:ext cx="60090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How to inform, engage, persuade with clarity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30293" y="473575"/>
            <a:ext cx="3804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 makes great presentation?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196675" y="473575"/>
            <a:ext cx="4561500" cy="29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Clear Structure: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Audience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retain 40% more when content well organized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Simple enough: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Make the presentation simple and clear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Audience Focus: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Tailored talks see 2x higher engagement than generic one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